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21C03-3599-4634-B5FC-63937472D69E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1DDBB-A4DB-4B16-9BD5-EC09926B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9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1DDBB-A4DB-4B16-9BD5-EC09926B64B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29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465C-AA05-6C17-E396-058284A0F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3D220-929D-0B07-EAA8-5C6A501A9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92971-E455-B0A9-3261-8250AEB4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BFD84-01B4-C357-99FB-30D61DF9E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96BDC-5D2B-81DC-F2C9-C41A986E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981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E2AA-3135-E89C-8786-EE30491F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CC907-6B6A-2FC2-8A0A-B8281252E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ED850-37BB-9BBB-0B9E-5BDC1700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40F4E-AF32-AD8B-FCDF-5192DC7F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A4DA2-8142-6E25-4394-9792FBA8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46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EB3D-50B2-824B-E1E2-9C5FA403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6136-3632-1D86-5D07-EF370F6FF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8823-A03B-2467-6874-8C965A45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2372-18C6-BC53-F589-10222468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3111-90AA-E978-AD92-2218ED28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34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95E3-1B1A-9C45-AA60-C3AB4A31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9E153-7273-5C39-8568-D0B09AE59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B876C-C4E6-0C08-87B0-E3500EDEC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FED45-C74D-9BF3-18B5-D90C54FE9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0DC23-EF67-39B3-228A-5AABEAC8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4AFEC-D541-CAAF-0FC6-46AE41E2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16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1FD6-6169-789D-2C1A-1DDD6F81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72DE8-140E-0709-B665-1DAF61BD4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1B8A7-5CFA-A386-158C-645039C36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92833-0700-618E-FF8C-6318DFCBA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CC80D-B3CA-FC7E-F944-633D672FC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B6D3F-3A39-3A69-089E-15547803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F9E37-BF2B-2F07-449A-F4AE11F3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0F8DD-CE2E-A072-B450-060FD7F4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1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DFEE-6683-B923-E559-FFB17360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BC2DC-B38A-9B90-84DE-C218E07A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8D29E-F2CD-C79A-5F65-47A31232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9219D-CE8F-27B0-7B94-431A5087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58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243B0-4A03-C3C5-940D-5FA8BF65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1085D-82ED-F013-46F8-A24A30E5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E0A24-512F-D0B9-7CEA-18908A4E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6695-8CF2-5B36-FCC0-325782A0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AC51-57DD-38A8-B8D0-F84D9857E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E6355-1759-D825-B50D-FC580EA4A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AEEDC-D297-52A0-C994-83266353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459BB-2D6E-B2D3-579D-790FBCB4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19DFD-CE40-5452-1D6E-44DC0E0C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61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C38B-CDC2-827A-1D79-1FD8E53D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679BE-13A3-CA9B-03E9-BE9DED6B7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0A6EB-9034-202D-231E-4FA5967A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F0328-F21A-0733-E22D-5263F7D8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1906C-E482-FDF6-9E9B-F968F4ED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6A74E-87EB-42B3-5826-D16E595E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40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A4DE-299C-2D10-0A71-35697F6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68522-7CA6-75B7-6A53-51F629CAB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09272-A873-2193-9612-6EE30BDF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8904-6B54-2623-5E3F-E90B5414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4AE7-D0D9-83F7-35DA-971D59FA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0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43529-AFBD-7878-B53D-C04C31D28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B1461-2563-9560-BE2F-95D7F174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5EB91-8999-F384-44C0-88DA3701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01BFA-99EE-641E-2E9B-76D5265C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D7B59-283B-135A-F694-E0CECAEA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FE1C0-DD97-6BDF-B07A-D5ACF536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E9CC9-FF78-580B-6299-92CECA59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E34C9-C39F-ABD8-45F0-6E2006178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7C397-5798-4899-9405-F71757EE535D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ACDC0-2F6E-17C9-584E-6275D5D39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55C93-D761-AB7E-4888-C99C2CA0E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29DA6-0C6B-4491-903A-693B8CFE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52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1A60AD-35BC-D1EA-9203-0A1A16577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471" y="0"/>
            <a:ext cx="7561057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BAF4B27-1712-F5CA-4B02-5CA8A144A26D}"/>
              </a:ext>
            </a:extLst>
          </p:cNvPr>
          <p:cNvGrpSpPr/>
          <p:nvPr/>
        </p:nvGrpSpPr>
        <p:grpSpPr>
          <a:xfrm>
            <a:off x="988529" y="238123"/>
            <a:ext cx="1518696" cy="307777"/>
            <a:chOff x="1086852" y="238123"/>
            <a:chExt cx="1518696" cy="30777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D1D2133-4A4D-6F4B-2311-374E4A676DA6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611184-F910-0DCF-24B3-2541152B48AE}"/>
                </a:ext>
              </a:extLst>
            </p:cNvPr>
            <p:cNvSpPr txBox="1"/>
            <p:nvPr/>
          </p:nvSpPr>
          <p:spPr>
            <a:xfrm>
              <a:off x="1086852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659BFE-B331-1910-C042-C31C63033C33}"/>
              </a:ext>
            </a:extLst>
          </p:cNvPr>
          <p:cNvGrpSpPr/>
          <p:nvPr/>
        </p:nvGrpSpPr>
        <p:grpSpPr>
          <a:xfrm>
            <a:off x="965179" y="660913"/>
            <a:ext cx="1537130" cy="307777"/>
            <a:chOff x="1068418" y="238123"/>
            <a:chExt cx="1537130" cy="30777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EBF5B31-506E-A4DB-41C6-1C766D96F036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B5882B-799B-7815-D372-C876B0142C1B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94E3F3-3E0C-82C9-533D-3B102CA6A01C}"/>
              </a:ext>
            </a:extLst>
          </p:cNvPr>
          <p:cNvGrpSpPr/>
          <p:nvPr/>
        </p:nvGrpSpPr>
        <p:grpSpPr>
          <a:xfrm>
            <a:off x="965179" y="914412"/>
            <a:ext cx="1537130" cy="307777"/>
            <a:chOff x="1068418" y="238123"/>
            <a:chExt cx="1537130" cy="30777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1C16EA-6EA4-98DE-6660-E877C218455D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53CF3B-974A-22BA-1F75-DD5AFAEBBA84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EF6B1E-C9B0-76D5-3842-8F1B32DC5E1D}"/>
              </a:ext>
            </a:extLst>
          </p:cNvPr>
          <p:cNvGrpSpPr/>
          <p:nvPr/>
        </p:nvGrpSpPr>
        <p:grpSpPr>
          <a:xfrm>
            <a:off x="950426" y="1155304"/>
            <a:ext cx="1537130" cy="307777"/>
            <a:chOff x="1068418" y="238123"/>
            <a:chExt cx="1537130" cy="30777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CE91963-7260-2EE0-01BB-4D95CD7DE59B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38288D-0AF1-67E7-6EE8-13996470E5F2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983ADD-3D93-2860-EC5E-04DB7CAF2556}"/>
              </a:ext>
            </a:extLst>
          </p:cNvPr>
          <p:cNvGrpSpPr/>
          <p:nvPr/>
        </p:nvGrpSpPr>
        <p:grpSpPr>
          <a:xfrm>
            <a:off x="950426" y="1421227"/>
            <a:ext cx="1537130" cy="307777"/>
            <a:chOff x="1068418" y="238123"/>
            <a:chExt cx="1537130" cy="30777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1BB7EF7-8A5E-A83F-1712-99F5036F7D11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89EB76-6D19-E00C-A252-4A5337561FD0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5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51597A-10ED-A492-9094-4ACCA3F5A9B2}"/>
              </a:ext>
            </a:extLst>
          </p:cNvPr>
          <p:cNvGrpSpPr/>
          <p:nvPr/>
        </p:nvGrpSpPr>
        <p:grpSpPr>
          <a:xfrm>
            <a:off x="945513" y="1640469"/>
            <a:ext cx="1537130" cy="307777"/>
            <a:chOff x="1068418" y="238123"/>
            <a:chExt cx="1537130" cy="30777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539F95C-3F52-8C8A-4F00-0C756050FF99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793C456-F509-FB0E-CC50-9F358553878D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6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7606F2-0FF2-6C2C-1336-2CCDB695907E}"/>
              </a:ext>
            </a:extLst>
          </p:cNvPr>
          <p:cNvGrpSpPr/>
          <p:nvPr/>
        </p:nvGrpSpPr>
        <p:grpSpPr>
          <a:xfrm>
            <a:off x="960263" y="1882892"/>
            <a:ext cx="1537130" cy="307777"/>
            <a:chOff x="1068418" y="238123"/>
            <a:chExt cx="1537130" cy="30777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F158583-DDF0-8C96-042B-BE7AAB0AE093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EC52E60-5866-658C-2616-C5FE1A8F960D}"/>
                </a:ext>
              </a:extLst>
            </p:cNvPr>
            <p:cNvSpPr txBox="1"/>
            <p:nvPr/>
          </p:nvSpPr>
          <p:spPr>
            <a:xfrm>
              <a:off x="1068418" y="238123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7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7ECDB4-04B3-B81F-7034-A0D332497992}"/>
              </a:ext>
            </a:extLst>
          </p:cNvPr>
          <p:cNvGrpSpPr/>
          <p:nvPr/>
        </p:nvGrpSpPr>
        <p:grpSpPr>
          <a:xfrm>
            <a:off x="945510" y="2123784"/>
            <a:ext cx="1537130" cy="307777"/>
            <a:chOff x="1068418" y="238123"/>
            <a:chExt cx="1537130" cy="30777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3992AF0-4ED6-752E-4CE1-1C2FE54AB7CF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9E89AF-6DE4-9F0D-C4EC-36247B9AAC07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8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25056A-6B6E-8AB5-12C4-6AD88037D3E4}"/>
              </a:ext>
            </a:extLst>
          </p:cNvPr>
          <p:cNvGrpSpPr/>
          <p:nvPr/>
        </p:nvGrpSpPr>
        <p:grpSpPr>
          <a:xfrm>
            <a:off x="945515" y="2358234"/>
            <a:ext cx="1537130" cy="307777"/>
            <a:chOff x="1068418" y="238123"/>
            <a:chExt cx="1537130" cy="30777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71F15E-CA03-09AE-A71C-B6209F722490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AB9A2F-24B4-52C6-EA0A-5D4901F67849}"/>
                </a:ext>
              </a:extLst>
            </p:cNvPr>
            <p:cNvSpPr txBox="1"/>
            <p:nvPr/>
          </p:nvSpPr>
          <p:spPr>
            <a:xfrm>
              <a:off x="1068418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9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696754-0B7F-3A86-5BD6-C975E084545C}"/>
              </a:ext>
            </a:extLst>
          </p:cNvPr>
          <p:cNvGrpSpPr/>
          <p:nvPr/>
        </p:nvGrpSpPr>
        <p:grpSpPr>
          <a:xfrm>
            <a:off x="940597" y="2608949"/>
            <a:ext cx="1537130" cy="307777"/>
            <a:chOff x="1068418" y="238123"/>
            <a:chExt cx="1537130" cy="30777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DB08143-D212-8E21-2335-470134BDE42A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A03C675-3472-2F7C-CCAE-2ED0A579A03C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94B691-E72C-4D0F-C7B5-7234FAF3F436}"/>
              </a:ext>
            </a:extLst>
          </p:cNvPr>
          <p:cNvGrpSpPr/>
          <p:nvPr/>
        </p:nvGrpSpPr>
        <p:grpSpPr>
          <a:xfrm>
            <a:off x="935684" y="2830173"/>
            <a:ext cx="1537130" cy="307777"/>
            <a:chOff x="1068418" y="238123"/>
            <a:chExt cx="1537130" cy="30777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F4EFC1B-2986-B95F-177E-F2D82A127964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B7ED322-7F5F-506D-EDBB-EA8E2ACF70DF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11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386256-F409-3DEB-9080-5470797F0587}"/>
              </a:ext>
            </a:extLst>
          </p:cNvPr>
          <p:cNvGrpSpPr/>
          <p:nvPr/>
        </p:nvGrpSpPr>
        <p:grpSpPr>
          <a:xfrm>
            <a:off x="940604" y="3041566"/>
            <a:ext cx="1537130" cy="307777"/>
            <a:chOff x="1068418" y="238123"/>
            <a:chExt cx="1537130" cy="30777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8C056FD-664E-4460-DDF0-BDDF520BD0ED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9BBD094-6B65-83A8-858F-02A721E8D34E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8377AA-20C1-0D67-3BCA-BD1512B6AE17}"/>
              </a:ext>
            </a:extLst>
          </p:cNvPr>
          <p:cNvGrpSpPr/>
          <p:nvPr/>
        </p:nvGrpSpPr>
        <p:grpSpPr>
          <a:xfrm>
            <a:off x="930770" y="3356197"/>
            <a:ext cx="1537130" cy="307777"/>
            <a:chOff x="1068418" y="238123"/>
            <a:chExt cx="1537130" cy="307777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46D66EB-CCDD-4ADE-0206-2F8039550E29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A0F1DEB-6AFF-BA75-FE91-27799021170F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13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851EBA4-D472-E246-04A8-B204478F5E0B}"/>
              </a:ext>
            </a:extLst>
          </p:cNvPr>
          <p:cNvGrpSpPr/>
          <p:nvPr/>
        </p:nvGrpSpPr>
        <p:grpSpPr>
          <a:xfrm>
            <a:off x="940602" y="3572512"/>
            <a:ext cx="1537130" cy="307777"/>
            <a:chOff x="1068418" y="238123"/>
            <a:chExt cx="1537130" cy="30777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E4F5606-EAE3-C7CE-0EB4-26ADAF90A5EE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FEC811-7867-5379-CC58-1BA4653730D5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14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2FBEFD-9171-9EA1-EAF2-0B63121F2A95}"/>
              </a:ext>
            </a:extLst>
          </p:cNvPr>
          <p:cNvGrpSpPr/>
          <p:nvPr/>
        </p:nvGrpSpPr>
        <p:grpSpPr>
          <a:xfrm>
            <a:off x="930767" y="3906811"/>
            <a:ext cx="1537130" cy="307777"/>
            <a:chOff x="1068418" y="238123"/>
            <a:chExt cx="1537130" cy="30777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6162A57-4B53-C7B6-459E-4D5AC09F94D9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2779F06-BB69-9FDA-ED20-1C9235FA9642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5F87D09-9C9A-73B1-FBAF-A6EF90518329}"/>
              </a:ext>
            </a:extLst>
          </p:cNvPr>
          <p:cNvGrpSpPr/>
          <p:nvPr/>
        </p:nvGrpSpPr>
        <p:grpSpPr>
          <a:xfrm>
            <a:off x="930766" y="4142782"/>
            <a:ext cx="1537130" cy="307777"/>
            <a:chOff x="1068418" y="238123"/>
            <a:chExt cx="1537130" cy="30777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A1003B3-8565-CAFB-8175-AC9921ED0AEC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1ED2517-673E-8386-59A8-E06961D6DF4A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16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D6EA272-088C-A014-8B91-82A71EA4C9D0}"/>
              </a:ext>
            </a:extLst>
          </p:cNvPr>
          <p:cNvGrpSpPr/>
          <p:nvPr/>
        </p:nvGrpSpPr>
        <p:grpSpPr>
          <a:xfrm>
            <a:off x="935686" y="4354175"/>
            <a:ext cx="1537130" cy="307777"/>
            <a:chOff x="1068418" y="238123"/>
            <a:chExt cx="1537130" cy="307777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B7988DE-D814-763B-1E7C-9A97E32A5A3F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DFD3BE4-D21C-351D-71C6-D8913472E2CD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17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2AE0E0F-7F79-A3C5-199B-D8125B58BE62}"/>
              </a:ext>
            </a:extLst>
          </p:cNvPr>
          <p:cNvGrpSpPr/>
          <p:nvPr/>
        </p:nvGrpSpPr>
        <p:grpSpPr>
          <a:xfrm>
            <a:off x="940599" y="4565569"/>
            <a:ext cx="1537130" cy="307777"/>
            <a:chOff x="1068418" y="238123"/>
            <a:chExt cx="1537130" cy="307777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B0B8A52-9E31-4E52-BDA3-0E2046547C22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13C8C05-D6ED-63AB-6590-17B4536BE3EE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18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AB002CE-C0E8-EC70-66B5-55DC5DE33AA8}"/>
              </a:ext>
            </a:extLst>
          </p:cNvPr>
          <p:cNvGrpSpPr/>
          <p:nvPr/>
        </p:nvGrpSpPr>
        <p:grpSpPr>
          <a:xfrm>
            <a:off x="945519" y="4776962"/>
            <a:ext cx="1537130" cy="307777"/>
            <a:chOff x="1068418" y="238123"/>
            <a:chExt cx="1537130" cy="30777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0699C6D-B6F7-F999-B88D-3350A463B433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A2F2F75-2E6D-A843-1C1D-18DD8256024F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19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16C0B15-2588-72FF-085D-F2D20523B82E}"/>
              </a:ext>
            </a:extLst>
          </p:cNvPr>
          <p:cNvGrpSpPr/>
          <p:nvPr/>
        </p:nvGrpSpPr>
        <p:grpSpPr>
          <a:xfrm>
            <a:off x="891440" y="5165337"/>
            <a:ext cx="1537130" cy="307777"/>
            <a:chOff x="1068418" y="238123"/>
            <a:chExt cx="1537130" cy="307777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1253C85-F4BC-3ABF-B4F3-E44005C553A4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ED3DF15-BB4E-45AE-0DB3-F59D6C506F7E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20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6C2845B-0C2E-6B42-717A-4960EB3F5422}"/>
              </a:ext>
            </a:extLst>
          </p:cNvPr>
          <p:cNvGrpSpPr/>
          <p:nvPr/>
        </p:nvGrpSpPr>
        <p:grpSpPr>
          <a:xfrm>
            <a:off x="891442" y="5843764"/>
            <a:ext cx="1537130" cy="307777"/>
            <a:chOff x="1068418" y="238123"/>
            <a:chExt cx="1537130" cy="30777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6A7FAC3-98EA-1C62-B5D7-E4FF3461D937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0939BB8-CACB-0F31-0210-D8CE90BFA8AD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21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6BAE46E-47B2-9EA8-CE87-F6C5F3C9E533}"/>
              </a:ext>
            </a:extLst>
          </p:cNvPr>
          <p:cNvGrpSpPr/>
          <p:nvPr/>
        </p:nvGrpSpPr>
        <p:grpSpPr>
          <a:xfrm>
            <a:off x="9158752" y="5900377"/>
            <a:ext cx="1594622" cy="307777"/>
            <a:chOff x="9158752" y="5900377"/>
            <a:chExt cx="1594622" cy="30777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A7276F5-F1E6-7BF1-3E65-EA64F520F880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6EE8BD4-D787-7E88-AD8C-5EBD7D5E9042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22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4F4897D-3EA4-98A1-8B1D-9674D6BC1FCF}"/>
              </a:ext>
            </a:extLst>
          </p:cNvPr>
          <p:cNvGrpSpPr/>
          <p:nvPr/>
        </p:nvGrpSpPr>
        <p:grpSpPr>
          <a:xfrm>
            <a:off x="9065346" y="4833578"/>
            <a:ext cx="1594622" cy="307777"/>
            <a:chOff x="9158752" y="5900377"/>
            <a:chExt cx="1594622" cy="30777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51D6A67-CD89-021D-E7F6-7B92E9783DA2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2F851AB-C6FA-74E1-73FE-4997D61E7F06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23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AC861A0-8312-4327-F7F2-F68516C51B33}"/>
              </a:ext>
            </a:extLst>
          </p:cNvPr>
          <p:cNvGrpSpPr/>
          <p:nvPr/>
        </p:nvGrpSpPr>
        <p:grpSpPr>
          <a:xfrm>
            <a:off x="9055513" y="2355837"/>
            <a:ext cx="1594622" cy="307777"/>
            <a:chOff x="9158752" y="5900377"/>
            <a:chExt cx="1594622" cy="307777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FED3DA1-B5BA-BB90-D3EB-DCC63F2029B6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73ED2BE-E4F9-385E-4800-3C84DF0CEFC2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24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496477A-D8C2-1A2D-478D-AD890B4537CF}"/>
              </a:ext>
            </a:extLst>
          </p:cNvPr>
          <p:cNvGrpSpPr/>
          <p:nvPr/>
        </p:nvGrpSpPr>
        <p:grpSpPr>
          <a:xfrm>
            <a:off x="9075176" y="743342"/>
            <a:ext cx="1594622" cy="307777"/>
            <a:chOff x="9158752" y="5900377"/>
            <a:chExt cx="1594622" cy="307777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D25FC54-BBC3-1568-4677-3B59356CA988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2B8837E-1CFC-801A-2F7E-57F260D0E2EF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25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596B1F-4DF1-2363-188D-7B11073BE49F}"/>
              </a:ext>
            </a:extLst>
          </p:cNvPr>
          <p:cNvGrpSpPr/>
          <p:nvPr/>
        </p:nvGrpSpPr>
        <p:grpSpPr>
          <a:xfrm>
            <a:off x="9389811" y="409041"/>
            <a:ext cx="1241294" cy="307777"/>
            <a:chOff x="9237409" y="5900377"/>
            <a:chExt cx="1635787" cy="307777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D63FF83-60B3-FEE0-E561-D37960928354}"/>
                </a:ext>
              </a:extLst>
            </p:cNvPr>
            <p:cNvCxnSpPr/>
            <p:nvPr/>
          </p:nvCxnSpPr>
          <p:spPr>
            <a:xfrm>
              <a:off x="9237409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191E58C-A0A4-39BB-E3AA-44F14AC3A8D2}"/>
                </a:ext>
              </a:extLst>
            </p:cNvPr>
            <p:cNvSpPr txBox="1"/>
            <p:nvPr/>
          </p:nvSpPr>
          <p:spPr>
            <a:xfrm>
              <a:off x="10376348" y="5900377"/>
              <a:ext cx="4968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26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7B59BDC-A74F-9D6C-EA87-BE9E1C9C820C}"/>
              </a:ext>
            </a:extLst>
          </p:cNvPr>
          <p:cNvGrpSpPr/>
          <p:nvPr/>
        </p:nvGrpSpPr>
        <p:grpSpPr>
          <a:xfrm>
            <a:off x="9158749" y="207477"/>
            <a:ext cx="1487303" cy="307777"/>
            <a:chOff x="9237409" y="5900377"/>
            <a:chExt cx="1525698" cy="307777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0CB83EE-5480-477C-DB28-E948B762D978}"/>
                </a:ext>
              </a:extLst>
            </p:cNvPr>
            <p:cNvCxnSpPr/>
            <p:nvPr/>
          </p:nvCxnSpPr>
          <p:spPr>
            <a:xfrm>
              <a:off x="9237409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D94FA5C-8343-8C5A-4A23-DE462B1625E9}"/>
                </a:ext>
              </a:extLst>
            </p:cNvPr>
            <p:cNvSpPr txBox="1"/>
            <p:nvPr/>
          </p:nvSpPr>
          <p:spPr>
            <a:xfrm>
              <a:off x="10376348" y="5900377"/>
              <a:ext cx="3867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0961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224A-31AD-BC36-A8D4-DDA267B0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55EB6394-D688-C63E-2DC4-769758358247}"/>
              </a:ext>
            </a:extLst>
          </p:cNvPr>
          <p:cNvGrpSpPr/>
          <p:nvPr/>
        </p:nvGrpSpPr>
        <p:grpSpPr>
          <a:xfrm>
            <a:off x="7645126" y="5325639"/>
            <a:ext cx="1594622" cy="307777"/>
            <a:chOff x="9158752" y="5900377"/>
            <a:chExt cx="1594622" cy="30777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2EA006-3DFE-6935-BB12-26CFDB32DFF0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259B9F0-AE63-24B9-84C8-7A46FD2352C2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23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013749A-C0AD-E0F7-94A1-464C0C94070C}"/>
              </a:ext>
            </a:extLst>
          </p:cNvPr>
          <p:cNvGrpSpPr/>
          <p:nvPr/>
        </p:nvGrpSpPr>
        <p:grpSpPr>
          <a:xfrm>
            <a:off x="7649501" y="4568104"/>
            <a:ext cx="1594622" cy="307777"/>
            <a:chOff x="9158752" y="5900377"/>
            <a:chExt cx="1594622" cy="30777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2F0B067-B8DE-88E7-B79C-C6D60FE0BAA7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C2B151D-1B8D-1C67-3D78-BE20B5193C8B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17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B0818F7-98A8-CA26-6CE7-ED71583DF201}"/>
              </a:ext>
            </a:extLst>
          </p:cNvPr>
          <p:cNvGrpSpPr/>
          <p:nvPr/>
        </p:nvGrpSpPr>
        <p:grpSpPr>
          <a:xfrm>
            <a:off x="7650041" y="3502792"/>
            <a:ext cx="1594622" cy="307777"/>
            <a:chOff x="9158752" y="5900377"/>
            <a:chExt cx="1594622" cy="307777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DB89E55-C0C8-D720-4143-4A25E88E52B2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A5964DE-A45C-415A-C172-FA5DDB6B33B4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24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33595C1-4509-077A-D0D7-75D1CC3DEF33}"/>
              </a:ext>
            </a:extLst>
          </p:cNvPr>
          <p:cNvGrpSpPr/>
          <p:nvPr/>
        </p:nvGrpSpPr>
        <p:grpSpPr>
          <a:xfrm>
            <a:off x="7624912" y="377052"/>
            <a:ext cx="1241294" cy="307777"/>
            <a:chOff x="9237409" y="5900377"/>
            <a:chExt cx="1635787" cy="307777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E7E6DA3-78AE-E13F-C04A-C194DF56F200}"/>
                </a:ext>
              </a:extLst>
            </p:cNvPr>
            <p:cNvCxnSpPr/>
            <p:nvPr/>
          </p:nvCxnSpPr>
          <p:spPr>
            <a:xfrm>
              <a:off x="9237409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76C96E8-D260-3738-6D20-7ECADFDA2F32}"/>
                </a:ext>
              </a:extLst>
            </p:cNvPr>
            <p:cNvSpPr txBox="1"/>
            <p:nvPr/>
          </p:nvSpPr>
          <p:spPr>
            <a:xfrm>
              <a:off x="10376348" y="5900377"/>
              <a:ext cx="4968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20</a:t>
              </a:r>
            </a:p>
          </p:txBody>
        </p:sp>
      </p:grp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B4D7399E-F7C6-3E92-37CA-F63306C7E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954" y="0"/>
            <a:ext cx="3084091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C60125-EA53-9854-2B60-655583F6427F}"/>
              </a:ext>
            </a:extLst>
          </p:cNvPr>
          <p:cNvGrpSpPr/>
          <p:nvPr/>
        </p:nvGrpSpPr>
        <p:grpSpPr>
          <a:xfrm>
            <a:off x="3181126" y="346275"/>
            <a:ext cx="1518696" cy="307777"/>
            <a:chOff x="1086852" y="238123"/>
            <a:chExt cx="1518696" cy="30777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DD6CD22-7421-AE9C-2F04-BA536C214C51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75E0DE-96F0-688E-4A4C-0AF3ED871B14}"/>
                </a:ext>
              </a:extLst>
            </p:cNvPr>
            <p:cNvSpPr txBox="1"/>
            <p:nvPr/>
          </p:nvSpPr>
          <p:spPr>
            <a:xfrm>
              <a:off x="1086852" y="238123"/>
              <a:ext cx="317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1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7A84F6C-6BA8-A026-504D-0A267A9F6C3C}"/>
              </a:ext>
            </a:extLst>
          </p:cNvPr>
          <p:cNvGrpSpPr/>
          <p:nvPr/>
        </p:nvGrpSpPr>
        <p:grpSpPr>
          <a:xfrm>
            <a:off x="7174948" y="639317"/>
            <a:ext cx="1498442" cy="307777"/>
            <a:chOff x="9158752" y="5900377"/>
            <a:chExt cx="1498442" cy="307777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3AB49D8-BD6A-EBD2-BD32-BB838C669B47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DCA69F0-CE8C-E8F2-897A-2C69064D3AD2}"/>
                </a:ext>
              </a:extLst>
            </p:cNvPr>
            <p:cNvSpPr txBox="1"/>
            <p:nvPr/>
          </p:nvSpPr>
          <p:spPr>
            <a:xfrm>
              <a:off x="10376348" y="5900377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541ADA4-7500-5B2B-5333-2292F9EB46C3}"/>
              </a:ext>
            </a:extLst>
          </p:cNvPr>
          <p:cNvGrpSpPr/>
          <p:nvPr/>
        </p:nvGrpSpPr>
        <p:grpSpPr>
          <a:xfrm>
            <a:off x="3113527" y="2500793"/>
            <a:ext cx="1537130" cy="307777"/>
            <a:chOff x="1068418" y="238123"/>
            <a:chExt cx="1537130" cy="30777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8EFCF5-06A2-4E40-A07A-206265A22177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374EE7-ECB8-C492-6B79-4FC90C7CD666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15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26FEBF-288C-8FCF-8EDB-C0C01B4B7CB6}"/>
              </a:ext>
            </a:extLst>
          </p:cNvPr>
          <p:cNvGrpSpPr/>
          <p:nvPr/>
        </p:nvGrpSpPr>
        <p:grpSpPr>
          <a:xfrm>
            <a:off x="7615628" y="2544148"/>
            <a:ext cx="1498442" cy="307777"/>
            <a:chOff x="9158752" y="5900377"/>
            <a:chExt cx="1498442" cy="30777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6FE882E-2F29-DC28-382F-79FE1C6BF8FF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3308ED-CAD9-16EE-0AD0-E91DDA87D89B}"/>
                </a:ext>
              </a:extLst>
            </p:cNvPr>
            <p:cNvSpPr txBox="1"/>
            <p:nvPr/>
          </p:nvSpPr>
          <p:spPr>
            <a:xfrm>
              <a:off x="10376348" y="5900377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9808C43-704F-E255-A98E-BEB2536B7CB2}"/>
              </a:ext>
            </a:extLst>
          </p:cNvPr>
          <p:cNvGrpSpPr/>
          <p:nvPr/>
        </p:nvGrpSpPr>
        <p:grpSpPr>
          <a:xfrm>
            <a:off x="7645126" y="1629743"/>
            <a:ext cx="1594622" cy="307777"/>
            <a:chOff x="9158752" y="5900377"/>
            <a:chExt cx="1594622" cy="30777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6A423-6317-D18F-838D-E448D93A83B8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9DFB23-6CDB-0811-3293-09F99444AFD5}"/>
                </a:ext>
              </a:extLst>
            </p:cNvPr>
            <p:cNvSpPr txBox="1"/>
            <p:nvPr/>
          </p:nvSpPr>
          <p:spPr>
            <a:xfrm>
              <a:off x="10376348" y="5900377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24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0E63C4B-E36F-F208-5B26-1B85A1A2AC07}"/>
              </a:ext>
            </a:extLst>
          </p:cNvPr>
          <p:cNvGrpSpPr/>
          <p:nvPr/>
        </p:nvGrpSpPr>
        <p:grpSpPr>
          <a:xfrm>
            <a:off x="3162694" y="4516409"/>
            <a:ext cx="1537130" cy="307777"/>
            <a:chOff x="1068418" y="238123"/>
            <a:chExt cx="1537130" cy="307777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D2F7BB1-10B0-667E-687F-14E94A84AB42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837FD67-72F2-6017-2BF2-A7F690DEB8FE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1C301E-672E-6542-4967-4DD75A4CA9C3}"/>
              </a:ext>
            </a:extLst>
          </p:cNvPr>
          <p:cNvGrpSpPr/>
          <p:nvPr/>
        </p:nvGrpSpPr>
        <p:grpSpPr>
          <a:xfrm>
            <a:off x="3162692" y="5165337"/>
            <a:ext cx="1537130" cy="307777"/>
            <a:chOff x="1068418" y="238123"/>
            <a:chExt cx="1537130" cy="307777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5037678-6A8D-43E0-4486-15A50A86E4E9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2208849-81E7-3045-46EB-C6ACEE8B7416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25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68CBA57-E8F0-5A8B-5F34-C9513A314B49}"/>
              </a:ext>
            </a:extLst>
          </p:cNvPr>
          <p:cNvGrpSpPr/>
          <p:nvPr/>
        </p:nvGrpSpPr>
        <p:grpSpPr>
          <a:xfrm>
            <a:off x="3182363" y="5961751"/>
            <a:ext cx="1537130" cy="307777"/>
            <a:chOff x="1068418" y="238123"/>
            <a:chExt cx="1537130" cy="30777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67FFB8C-AC23-D9DD-18AD-3965A22D9822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16718EB-E089-5810-52F9-45A9514A5464}"/>
                </a:ext>
              </a:extLst>
            </p:cNvPr>
            <p:cNvSpPr txBox="1"/>
            <p:nvPr/>
          </p:nvSpPr>
          <p:spPr>
            <a:xfrm>
              <a:off x="1068418" y="238123"/>
              <a:ext cx="377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574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rectangular object with buttons and white squares&#10;&#10;AI-generated content may be incorrect.">
            <a:extLst>
              <a:ext uri="{FF2B5EF4-FFF2-40B4-BE49-F238E27FC236}">
                <a16:creationId xmlns:a16="http://schemas.microsoft.com/office/drawing/2014/main" id="{6C0540BD-3E54-63C5-573F-7D813EE36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37" y="2476500"/>
            <a:ext cx="5953125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A0B3A-31CE-5DC6-A528-1D5C63BD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393" y="3240007"/>
            <a:ext cx="329213" cy="3779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7F7BE0D-53DA-B9FD-40CA-952A480B7B0C}"/>
              </a:ext>
            </a:extLst>
          </p:cNvPr>
          <p:cNvGrpSpPr/>
          <p:nvPr/>
        </p:nvGrpSpPr>
        <p:grpSpPr>
          <a:xfrm rot="5400000">
            <a:off x="2197751" y="1298784"/>
            <a:ext cx="2767687" cy="307777"/>
            <a:chOff x="1117513" y="177715"/>
            <a:chExt cx="1488035" cy="42859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4FB9296-FD93-4A36-E3DF-C2D114AD32B8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A6FA17-6B69-ABED-20F1-80D748E802DA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99F6C59-DD82-43FE-CE05-D489CD14A1C5}"/>
              </a:ext>
            </a:extLst>
          </p:cNvPr>
          <p:cNvSpPr txBox="1"/>
          <p:nvPr/>
        </p:nvSpPr>
        <p:spPr>
          <a:xfrm>
            <a:off x="3358880" y="260672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Main Guitar Volume. Press to mute/unmute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1DC00E-6C80-80FE-B8D4-67E543CA219B}"/>
              </a:ext>
            </a:extLst>
          </p:cNvPr>
          <p:cNvGrpSpPr/>
          <p:nvPr/>
        </p:nvGrpSpPr>
        <p:grpSpPr>
          <a:xfrm rot="5400000">
            <a:off x="2917963" y="1448725"/>
            <a:ext cx="2438305" cy="307777"/>
            <a:chOff x="1117513" y="177715"/>
            <a:chExt cx="1488035" cy="42859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74F4D8-5409-E686-E191-900CE262C856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B52436-1446-30BF-2642-4CC03EF5921A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AA5B79C-ACCB-EA50-E177-3E991763D909}"/>
              </a:ext>
            </a:extLst>
          </p:cNvPr>
          <p:cNvSpPr txBox="1"/>
          <p:nvPr/>
        </p:nvSpPr>
        <p:spPr>
          <a:xfrm>
            <a:off x="3983228" y="482862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Drums Volume. Press to mute/unmute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3BDAD5-6AF1-01CC-5722-DB05AE05CA51}"/>
              </a:ext>
            </a:extLst>
          </p:cNvPr>
          <p:cNvGrpSpPr/>
          <p:nvPr/>
        </p:nvGrpSpPr>
        <p:grpSpPr>
          <a:xfrm rot="5400000">
            <a:off x="3638176" y="1569168"/>
            <a:ext cx="2167919" cy="307777"/>
            <a:chOff x="1117513" y="177715"/>
            <a:chExt cx="1488035" cy="42859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A52497-CBF2-C767-D49B-1A6A62A22A87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F90E3C-BE1C-A3BF-2805-491970540A8B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7CAE11D-B0AE-F7DA-DCA4-8DA118CC9D1B}"/>
              </a:ext>
            </a:extLst>
          </p:cNvPr>
          <p:cNvSpPr txBox="1"/>
          <p:nvPr/>
        </p:nvSpPr>
        <p:spPr>
          <a:xfrm>
            <a:off x="4538748" y="742240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Bass Volume. Press to mute/unmute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3276C4-0A73-F968-8DBB-84C7A899BB07}"/>
              </a:ext>
            </a:extLst>
          </p:cNvPr>
          <p:cNvGrpSpPr/>
          <p:nvPr/>
        </p:nvGrpSpPr>
        <p:grpSpPr>
          <a:xfrm rot="5400000">
            <a:off x="4364486" y="1705541"/>
            <a:ext cx="1905001" cy="307777"/>
            <a:chOff x="1117513" y="177715"/>
            <a:chExt cx="1488035" cy="42859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AF2FE4-D393-87E4-5EF5-91242F03F25C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8E1F4C-4F31-109D-2A22-87C5F4495D73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2DF25F8-3297-693A-8B83-8DE0AC574052}"/>
              </a:ext>
            </a:extLst>
          </p:cNvPr>
          <p:cNvSpPr txBox="1"/>
          <p:nvPr/>
        </p:nvSpPr>
        <p:spPr>
          <a:xfrm>
            <a:off x="5123766" y="963478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Chords Volume. Press to mute/unmute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20EA49-0FF7-B044-D9B7-1F467767621C}"/>
              </a:ext>
            </a:extLst>
          </p:cNvPr>
          <p:cNvGrpSpPr/>
          <p:nvPr/>
        </p:nvGrpSpPr>
        <p:grpSpPr>
          <a:xfrm rot="5400000">
            <a:off x="5044190" y="1814974"/>
            <a:ext cx="1715631" cy="307777"/>
            <a:chOff x="1117513" y="177715"/>
            <a:chExt cx="1488035" cy="42859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FD7DF18-DF01-6C53-DDD5-2C40F4E43094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F3ECEC-2182-C045-38F8-4FF8F3A8276B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74BAEAF-08A6-880C-A9CD-73092427B6E5}"/>
              </a:ext>
            </a:extLst>
          </p:cNvPr>
          <p:cNvSpPr txBox="1"/>
          <p:nvPr/>
        </p:nvSpPr>
        <p:spPr>
          <a:xfrm>
            <a:off x="5694249" y="1182713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Guitar Chorus Effect. Press to enable/disable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1F83CC-305E-656C-723A-8786004E6E2C}"/>
              </a:ext>
            </a:extLst>
          </p:cNvPr>
          <p:cNvGrpSpPr/>
          <p:nvPr/>
        </p:nvGrpSpPr>
        <p:grpSpPr>
          <a:xfrm rot="5400000">
            <a:off x="5753830" y="1944509"/>
            <a:ext cx="1446730" cy="307777"/>
            <a:chOff x="1117513" y="177715"/>
            <a:chExt cx="1488035" cy="42859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7C47622-17AC-AFE3-B1B5-FB6416FC4D1C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B6A0678-7D75-5ED7-F116-65D640A13295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1F5EC28-0C72-2751-E572-5691B2C8A061}"/>
              </a:ext>
            </a:extLst>
          </p:cNvPr>
          <p:cNvSpPr txBox="1"/>
          <p:nvPr/>
        </p:nvSpPr>
        <p:spPr>
          <a:xfrm>
            <a:off x="6241548" y="1375033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Guitar Reverb Effect. Press to enable/disable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54323EC-F7FE-8E0D-D446-57655B10E053}"/>
              </a:ext>
            </a:extLst>
          </p:cNvPr>
          <p:cNvGrpSpPr/>
          <p:nvPr/>
        </p:nvGrpSpPr>
        <p:grpSpPr>
          <a:xfrm rot="5400000">
            <a:off x="6466346" y="2067088"/>
            <a:ext cx="1211400" cy="307777"/>
            <a:chOff x="1117513" y="177715"/>
            <a:chExt cx="1488035" cy="42859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FCB488-DCF3-F302-2835-32428281024C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37ED50-835B-0AA8-EA59-7177895ECA98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EB8CD1E-9FC7-4508-2BA9-FE868F93B45E}"/>
              </a:ext>
            </a:extLst>
          </p:cNvPr>
          <p:cNvSpPr txBox="1"/>
          <p:nvPr/>
        </p:nvSpPr>
        <p:spPr>
          <a:xfrm>
            <a:off x="6898495" y="1615276"/>
            <a:ext cx="377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Guitar Delay Effect. Press to enable/disable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CEDDA72-7DA3-79A5-90C9-7B887174760C}"/>
              </a:ext>
            </a:extLst>
          </p:cNvPr>
          <p:cNvGrpSpPr/>
          <p:nvPr/>
        </p:nvGrpSpPr>
        <p:grpSpPr>
          <a:xfrm rot="5400000">
            <a:off x="7263824" y="2264797"/>
            <a:ext cx="825810" cy="307777"/>
            <a:chOff x="1117513" y="177715"/>
            <a:chExt cx="1488035" cy="42859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20475A-DC19-1F73-721B-21A73CEEB8B3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449E62-DCE6-4A25-CF18-F140CD568591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D97301A-49AE-C532-9D99-4D27076DF5CC}"/>
              </a:ext>
            </a:extLst>
          </p:cNvPr>
          <p:cNvSpPr txBox="1"/>
          <p:nvPr/>
        </p:nvSpPr>
        <p:spPr>
          <a:xfrm>
            <a:off x="7522842" y="1911727"/>
            <a:ext cx="377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Guitar Drone Effect. Press to enable/disable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2B897B9-CBD1-85ED-75F2-CAAA6910B9AE}"/>
              </a:ext>
            </a:extLst>
          </p:cNvPr>
          <p:cNvGrpSpPr/>
          <p:nvPr/>
        </p:nvGrpSpPr>
        <p:grpSpPr>
          <a:xfrm rot="5400000">
            <a:off x="7922698" y="2353400"/>
            <a:ext cx="638771" cy="307777"/>
            <a:chOff x="1117513" y="177715"/>
            <a:chExt cx="1488035" cy="42859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FBF1978-1BE2-AC21-F6AA-8C146CC419D4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CF7DB49-26AB-ACC3-8617-62F907F8CBF7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4D45C97-68A1-07A1-B528-2A23C6E073FC}"/>
              </a:ext>
            </a:extLst>
          </p:cNvPr>
          <p:cNvSpPr txBox="1"/>
          <p:nvPr/>
        </p:nvSpPr>
        <p:spPr>
          <a:xfrm>
            <a:off x="7995740" y="2187903"/>
            <a:ext cx="377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Overall Volume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A28503-6D56-7786-8C07-1A4F2B38D98E}"/>
              </a:ext>
            </a:extLst>
          </p:cNvPr>
          <p:cNvCxnSpPr/>
          <p:nvPr/>
        </p:nvCxnSpPr>
        <p:spPr>
          <a:xfrm rot="5400000">
            <a:off x="2480427" y="5120089"/>
            <a:ext cx="2285952" cy="0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3F96082-CCD0-E0E7-8D99-8EE2EE71B34B}"/>
              </a:ext>
            </a:extLst>
          </p:cNvPr>
          <p:cNvSpPr txBox="1"/>
          <p:nvPr/>
        </p:nvSpPr>
        <p:spPr>
          <a:xfrm>
            <a:off x="3488537" y="6270384"/>
            <a:ext cx="4166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Top-</a:t>
            </a:r>
            <a:r>
              <a:rPr lang="en-GB" sz="1200" dirty="0"/>
              <a:t> Start/stop style. </a:t>
            </a:r>
            <a:r>
              <a:rPr lang="en-GB" sz="1200" b="1" dirty="0"/>
              <a:t>Bottom</a:t>
            </a:r>
            <a:r>
              <a:rPr lang="en-GB" sz="1200" dirty="0"/>
              <a:t> – Start/stop style with intro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FF0F59D-4873-F392-F3E6-A0D53C9B17E3}"/>
              </a:ext>
            </a:extLst>
          </p:cNvPr>
          <p:cNvCxnSpPr>
            <a:cxnSpLocks/>
          </p:cNvCxnSpPr>
          <p:nvPr/>
        </p:nvCxnSpPr>
        <p:spPr>
          <a:xfrm>
            <a:off x="4214715" y="3971017"/>
            <a:ext cx="0" cy="2086007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B308486-FAD3-FCB8-2FCC-047EE9E954BA}"/>
              </a:ext>
            </a:extLst>
          </p:cNvPr>
          <p:cNvSpPr txBox="1"/>
          <p:nvPr/>
        </p:nvSpPr>
        <p:spPr>
          <a:xfrm>
            <a:off x="4079849" y="6057024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Top-</a:t>
            </a:r>
            <a:r>
              <a:rPr lang="en-GB" sz="1200" dirty="0"/>
              <a:t> Drum Fill. </a:t>
            </a:r>
            <a:r>
              <a:rPr lang="en-GB" sz="1200" b="1" dirty="0"/>
              <a:t>Bottom</a:t>
            </a:r>
            <a:r>
              <a:rPr lang="en-GB" sz="1200" dirty="0"/>
              <a:t> – Drum Break. Idle – Recall reg slot 1/9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B6E2BD8-FB64-EE16-C09C-782AA821A1E9}"/>
              </a:ext>
            </a:extLst>
          </p:cNvPr>
          <p:cNvCxnSpPr>
            <a:cxnSpLocks/>
          </p:cNvCxnSpPr>
          <p:nvPr/>
        </p:nvCxnSpPr>
        <p:spPr>
          <a:xfrm>
            <a:off x="4769451" y="3989305"/>
            <a:ext cx="0" cy="2086007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5FC1D81-0032-EED7-D109-A46B4A93A0BD}"/>
              </a:ext>
            </a:extLst>
          </p:cNvPr>
          <p:cNvSpPr txBox="1"/>
          <p:nvPr/>
        </p:nvSpPr>
        <p:spPr>
          <a:xfrm>
            <a:off x="4634585" y="5843664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Top-</a:t>
            </a:r>
            <a:r>
              <a:rPr lang="en-GB" sz="1200" dirty="0"/>
              <a:t> Style Variation A. </a:t>
            </a:r>
            <a:r>
              <a:rPr lang="en-GB" sz="1200" b="1" dirty="0"/>
              <a:t>Bottom</a:t>
            </a:r>
            <a:r>
              <a:rPr lang="en-GB" sz="1200" dirty="0"/>
              <a:t> – Style Variation C. Idle – Recall reg slot 2/10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03607D-A49C-E7CC-C303-CFEFE869AFB1}"/>
              </a:ext>
            </a:extLst>
          </p:cNvPr>
          <p:cNvCxnSpPr>
            <a:cxnSpLocks/>
          </p:cNvCxnSpPr>
          <p:nvPr/>
        </p:nvCxnSpPr>
        <p:spPr>
          <a:xfrm>
            <a:off x="5336379" y="3971017"/>
            <a:ext cx="0" cy="1698263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EEF1CAA-6A68-CB7E-A77A-0B103C91420F}"/>
              </a:ext>
            </a:extLst>
          </p:cNvPr>
          <p:cNvSpPr txBox="1"/>
          <p:nvPr/>
        </p:nvSpPr>
        <p:spPr>
          <a:xfrm>
            <a:off x="5201513" y="5581536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Top-</a:t>
            </a:r>
            <a:r>
              <a:rPr lang="en-GB" sz="1200" dirty="0"/>
              <a:t> Style Variation B. </a:t>
            </a:r>
            <a:r>
              <a:rPr lang="en-GB" sz="1200" b="1" dirty="0"/>
              <a:t>Bottom</a:t>
            </a:r>
            <a:r>
              <a:rPr lang="en-GB" sz="1200" dirty="0"/>
              <a:t> – Style Variation D. Idle – Recall reg slot 3/11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8B8ED74-106B-34CC-0FA7-97F4AFFA2DBD}"/>
              </a:ext>
            </a:extLst>
          </p:cNvPr>
          <p:cNvCxnSpPr>
            <a:cxnSpLocks/>
          </p:cNvCxnSpPr>
          <p:nvPr/>
        </p:nvCxnSpPr>
        <p:spPr>
          <a:xfrm>
            <a:off x="5915499" y="3977113"/>
            <a:ext cx="0" cy="1403255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153D270-2A33-3CA0-A051-B6FC7BDD05AF}"/>
              </a:ext>
            </a:extLst>
          </p:cNvPr>
          <p:cNvSpPr txBox="1"/>
          <p:nvPr/>
        </p:nvSpPr>
        <p:spPr>
          <a:xfrm>
            <a:off x="5780633" y="5380368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Recall reg slot 4/12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813CE77-2E84-0C3F-BBC2-FD04DED69ADD}"/>
              </a:ext>
            </a:extLst>
          </p:cNvPr>
          <p:cNvCxnSpPr>
            <a:cxnSpLocks/>
          </p:cNvCxnSpPr>
          <p:nvPr/>
        </p:nvCxnSpPr>
        <p:spPr>
          <a:xfrm>
            <a:off x="6482427" y="3983209"/>
            <a:ext cx="0" cy="1135031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2B95D18-4929-0EF4-8ED9-C08BAC4D8B7B}"/>
              </a:ext>
            </a:extLst>
          </p:cNvPr>
          <p:cNvSpPr txBox="1"/>
          <p:nvPr/>
        </p:nvSpPr>
        <p:spPr>
          <a:xfrm>
            <a:off x="6347561" y="5118240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Recall reg slot 5/13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29EEB82-5A17-90C4-AAA9-76D6191F3A91}"/>
              </a:ext>
            </a:extLst>
          </p:cNvPr>
          <p:cNvCxnSpPr>
            <a:cxnSpLocks/>
          </p:cNvCxnSpPr>
          <p:nvPr/>
        </p:nvCxnSpPr>
        <p:spPr>
          <a:xfrm>
            <a:off x="7061547" y="3989305"/>
            <a:ext cx="0" cy="878999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A523CCB-5F83-F8D3-1C28-68A4950697D1}"/>
              </a:ext>
            </a:extLst>
          </p:cNvPr>
          <p:cNvSpPr txBox="1"/>
          <p:nvPr/>
        </p:nvSpPr>
        <p:spPr>
          <a:xfrm>
            <a:off x="6926681" y="4868304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Recall reg slot 6/14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C1F9CAD-5C31-8804-AD59-4B79A2E2FCFC}"/>
              </a:ext>
            </a:extLst>
          </p:cNvPr>
          <p:cNvCxnSpPr>
            <a:cxnSpLocks/>
          </p:cNvCxnSpPr>
          <p:nvPr/>
        </p:nvCxnSpPr>
        <p:spPr>
          <a:xfrm>
            <a:off x="7628475" y="3958825"/>
            <a:ext cx="0" cy="586391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ACD034C-2900-02F3-0B68-21683DE67074}"/>
              </a:ext>
            </a:extLst>
          </p:cNvPr>
          <p:cNvSpPr txBox="1"/>
          <p:nvPr/>
        </p:nvSpPr>
        <p:spPr>
          <a:xfrm>
            <a:off x="7493609" y="4545216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Recall reg slot 7/15</a:t>
            </a:r>
          </a:p>
        </p:txBody>
      </p:sp>
    </p:spTree>
    <p:extLst>
      <p:ext uri="{BB962C8B-B14F-4D97-AF65-F5344CB8AC3E}">
        <p14:creationId xmlns:p14="http://schemas.microsoft.com/office/powerpoint/2010/main" val="86196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34A9-2422-BA6C-0A8A-0BA9E125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device with buttons and dials&#10;&#10;AI-generated content may be incorrect.">
            <a:extLst>
              <a:ext uri="{FF2B5EF4-FFF2-40B4-BE49-F238E27FC236}">
                <a16:creationId xmlns:a16="http://schemas.microsoft.com/office/drawing/2014/main" id="{C07597A4-472A-D34F-D7B9-B3788DA28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1" y="1312333"/>
            <a:ext cx="2597150" cy="346286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1704D5-0BE1-DB53-5560-4AB47CA352E6}"/>
              </a:ext>
            </a:extLst>
          </p:cNvPr>
          <p:cNvCxnSpPr/>
          <p:nvPr/>
        </p:nvCxnSpPr>
        <p:spPr>
          <a:xfrm rot="5400000">
            <a:off x="3198185" y="5120089"/>
            <a:ext cx="2285952" cy="0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EADF1C-53F4-EB5E-D82F-01A1A28CD34D}"/>
              </a:ext>
            </a:extLst>
          </p:cNvPr>
          <p:cNvSpPr txBox="1"/>
          <p:nvPr/>
        </p:nvSpPr>
        <p:spPr>
          <a:xfrm>
            <a:off x="4206295" y="6270384"/>
            <a:ext cx="4166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Main Guitar Volume. Press to mute/unmute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1CD122-94C6-6E36-DA71-ED9C26B5E44E}"/>
              </a:ext>
            </a:extLst>
          </p:cNvPr>
          <p:cNvCxnSpPr>
            <a:cxnSpLocks/>
          </p:cNvCxnSpPr>
          <p:nvPr/>
        </p:nvCxnSpPr>
        <p:spPr>
          <a:xfrm>
            <a:off x="4961969" y="3971017"/>
            <a:ext cx="0" cy="2086007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0E9CFB-9BD7-B8FB-9A0B-F3145DF5313D}"/>
              </a:ext>
            </a:extLst>
          </p:cNvPr>
          <p:cNvSpPr txBox="1"/>
          <p:nvPr/>
        </p:nvSpPr>
        <p:spPr>
          <a:xfrm>
            <a:off x="4827103" y="6057024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Drums Volume. Press to mute/unmute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414542-5240-D856-326D-9D250F21C328}"/>
              </a:ext>
            </a:extLst>
          </p:cNvPr>
          <p:cNvCxnSpPr>
            <a:cxnSpLocks/>
          </p:cNvCxnSpPr>
          <p:nvPr/>
        </p:nvCxnSpPr>
        <p:spPr>
          <a:xfrm>
            <a:off x="5516705" y="3989305"/>
            <a:ext cx="0" cy="2086007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989530-7CD9-1C91-B5AD-F0458214F069}"/>
              </a:ext>
            </a:extLst>
          </p:cNvPr>
          <p:cNvSpPr txBox="1"/>
          <p:nvPr/>
        </p:nvSpPr>
        <p:spPr>
          <a:xfrm>
            <a:off x="5381839" y="5843664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Bass Volume. Press to mute/unmute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EB8F49-D4AA-1686-190D-151BED035F5F}"/>
              </a:ext>
            </a:extLst>
          </p:cNvPr>
          <p:cNvCxnSpPr>
            <a:cxnSpLocks/>
          </p:cNvCxnSpPr>
          <p:nvPr/>
        </p:nvCxnSpPr>
        <p:spPr>
          <a:xfrm>
            <a:off x="6083633" y="3971017"/>
            <a:ext cx="0" cy="1698263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8E1917-A5C9-75D2-8BF6-55DF96328990}"/>
              </a:ext>
            </a:extLst>
          </p:cNvPr>
          <p:cNvSpPr txBox="1"/>
          <p:nvPr/>
        </p:nvSpPr>
        <p:spPr>
          <a:xfrm>
            <a:off x="5948767" y="5581536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Chords Volume. Press to mute/unmute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C40663-A9B1-4C6A-5183-69BF2AFBA81A}"/>
              </a:ext>
            </a:extLst>
          </p:cNvPr>
          <p:cNvGrpSpPr/>
          <p:nvPr/>
        </p:nvGrpSpPr>
        <p:grpSpPr>
          <a:xfrm>
            <a:off x="2804031" y="2481929"/>
            <a:ext cx="1537130" cy="307777"/>
            <a:chOff x="1068418" y="238123"/>
            <a:chExt cx="1537130" cy="30777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EFA2992-147B-8858-3ADC-8B2DFDB8E1A7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33DC74-3216-3A53-9172-3FF48D1D0A0D}"/>
                </a:ext>
              </a:extLst>
            </p:cNvPr>
            <p:cNvSpPr txBox="1"/>
            <p:nvPr/>
          </p:nvSpPr>
          <p:spPr>
            <a:xfrm>
              <a:off x="1068418" y="238123"/>
              <a:ext cx="2215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C686840-7CF5-782E-993A-2B15790288EF}"/>
              </a:ext>
            </a:extLst>
          </p:cNvPr>
          <p:cNvSpPr txBox="1"/>
          <p:nvPr/>
        </p:nvSpPr>
        <p:spPr>
          <a:xfrm>
            <a:off x="450909" y="2440732"/>
            <a:ext cx="4166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When idle, recall settings from slot number</a:t>
            </a:r>
            <a:br>
              <a:rPr lang="en-GB" sz="1200" dirty="0"/>
            </a:br>
            <a:r>
              <a:rPr lang="en-GB" sz="1200" dirty="0"/>
              <a:t>Press  encoders below to change pages 1-4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BA468B-8B0B-FA38-B4E8-C9C2090CB429}"/>
              </a:ext>
            </a:extLst>
          </p:cNvPr>
          <p:cNvGrpSpPr/>
          <p:nvPr/>
        </p:nvGrpSpPr>
        <p:grpSpPr>
          <a:xfrm>
            <a:off x="5948767" y="2975120"/>
            <a:ext cx="1402327" cy="307777"/>
            <a:chOff x="9158752" y="5900377"/>
            <a:chExt cx="1402327" cy="30777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FB0BBA-7040-F0B1-C175-57D6D6909156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E76380-29A2-B1D1-0687-9329BC80794B}"/>
                </a:ext>
              </a:extLst>
            </p:cNvPr>
            <p:cNvSpPr txBox="1"/>
            <p:nvPr/>
          </p:nvSpPr>
          <p:spPr>
            <a:xfrm>
              <a:off x="10376348" y="5900377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sz="14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26D3D62-9E1B-0BF0-9097-F9DD20BBC9AA}"/>
              </a:ext>
            </a:extLst>
          </p:cNvPr>
          <p:cNvSpPr txBox="1"/>
          <p:nvPr/>
        </p:nvSpPr>
        <p:spPr>
          <a:xfrm>
            <a:off x="7091273" y="2960027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Swipe to start/stop style</a:t>
            </a:r>
          </a:p>
        </p:txBody>
      </p:sp>
    </p:spTree>
    <p:extLst>
      <p:ext uri="{BB962C8B-B14F-4D97-AF65-F5344CB8AC3E}">
        <p14:creationId xmlns:p14="http://schemas.microsoft.com/office/powerpoint/2010/main" val="1311981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48DF50-7EC6-6274-2219-266AB68E0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5358581" cy="535858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A5E662-9ED7-32A7-3F75-867722FC00E0}"/>
              </a:ext>
            </a:extLst>
          </p:cNvPr>
          <p:cNvCxnSpPr/>
          <p:nvPr/>
        </p:nvCxnSpPr>
        <p:spPr>
          <a:xfrm rot="5400000">
            <a:off x="2195294" y="3931287"/>
            <a:ext cx="2285952" cy="0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03204D-2A0D-42C7-2B3B-1BA3145D46CE}"/>
              </a:ext>
            </a:extLst>
          </p:cNvPr>
          <p:cNvSpPr txBox="1"/>
          <p:nvPr/>
        </p:nvSpPr>
        <p:spPr>
          <a:xfrm>
            <a:off x="3203404" y="5081582"/>
            <a:ext cx="4166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Main Guitar Volume. Press to mute/unmute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C5F2B7-A717-25E1-F474-77312F55FD72}"/>
              </a:ext>
            </a:extLst>
          </p:cNvPr>
          <p:cNvCxnSpPr>
            <a:cxnSpLocks/>
          </p:cNvCxnSpPr>
          <p:nvPr/>
        </p:nvCxnSpPr>
        <p:spPr>
          <a:xfrm>
            <a:off x="4686667" y="2782215"/>
            <a:ext cx="0" cy="2086007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161A86-83BF-F95C-4F0D-FBC0035440B5}"/>
              </a:ext>
            </a:extLst>
          </p:cNvPr>
          <p:cNvSpPr txBox="1"/>
          <p:nvPr/>
        </p:nvSpPr>
        <p:spPr>
          <a:xfrm>
            <a:off x="4551801" y="4868222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Drums Volume. Press to mute/unmute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C84A37-D3CF-9FFC-4674-03C50D461C98}"/>
              </a:ext>
            </a:extLst>
          </p:cNvPr>
          <p:cNvCxnSpPr>
            <a:cxnSpLocks/>
          </p:cNvCxnSpPr>
          <p:nvPr/>
        </p:nvCxnSpPr>
        <p:spPr>
          <a:xfrm>
            <a:off x="6125496" y="2783366"/>
            <a:ext cx="0" cy="2086007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444DA4F-D4B5-0E65-0B40-3BB789253FE9}"/>
              </a:ext>
            </a:extLst>
          </p:cNvPr>
          <p:cNvSpPr txBox="1"/>
          <p:nvPr/>
        </p:nvSpPr>
        <p:spPr>
          <a:xfrm>
            <a:off x="5961134" y="4677053"/>
            <a:ext cx="5100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Bass Volume. Press to mute/unmute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7B11CA-5644-771C-9B7F-26D363C7A248}"/>
              </a:ext>
            </a:extLst>
          </p:cNvPr>
          <p:cNvCxnSpPr>
            <a:cxnSpLocks/>
          </p:cNvCxnSpPr>
          <p:nvPr/>
        </p:nvCxnSpPr>
        <p:spPr>
          <a:xfrm>
            <a:off x="7528979" y="2782215"/>
            <a:ext cx="0" cy="1607090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8F2EFC-C977-98A6-FE51-94A31EF8AB08}"/>
              </a:ext>
            </a:extLst>
          </p:cNvPr>
          <p:cNvSpPr txBox="1"/>
          <p:nvPr/>
        </p:nvSpPr>
        <p:spPr>
          <a:xfrm>
            <a:off x="7394114" y="4392735"/>
            <a:ext cx="3352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Style Chords Volume. Press to mute/unmute</a:t>
            </a:r>
          </a:p>
        </p:txBody>
      </p:sp>
    </p:spTree>
    <p:extLst>
      <p:ext uri="{BB962C8B-B14F-4D97-AF65-F5344CB8AC3E}">
        <p14:creationId xmlns:p14="http://schemas.microsoft.com/office/powerpoint/2010/main" val="191703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0BDE62-9723-F420-0B80-57B860147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261" y="323542"/>
            <a:ext cx="3067478" cy="438211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154E422-D744-0E02-521E-9EF6E035D982}"/>
              </a:ext>
            </a:extLst>
          </p:cNvPr>
          <p:cNvGrpSpPr/>
          <p:nvPr/>
        </p:nvGrpSpPr>
        <p:grpSpPr>
          <a:xfrm>
            <a:off x="7334576" y="4186939"/>
            <a:ext cx="2266281" cy="307777"/>
            <a:chOff x="9158752" y="5900377"/>
            <a:chExt cx="2266281" cy="30777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B9AB6ED-C06B-7E56-0C02-2743651A2E8D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69279D-4417-3364-7D97-E812334CAA97}"/>
                </a:ext>
              </a:extLst>
            </p:cNvPr>
            <p:cNvSpPr txBox="1"/>
            <p:nvPr/>
          </p:nvSpPr>
          <p:spPr>
            <a:xfrm>
              <a:off x="10376348" y="5900377"/>
              <a:ext cx="10486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Start / Stop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FFA2AE-7943-42E4-A434-F8B81AB5FA0D}"/>
              </a:ext>
            </a:extLst>
          </p:cNvPr>
          <p:cNvGrpSpPr/>
          <p:nvPr/>
        </p:nvGrpSpPr>
        <p:grpSpPr>
          <a:xfrm>
            <a:off x="7323140" y="2790745"/>
            <a:ext cx="2458064" cy="307777"/>
            <a:chOff x="9158752" y="5900377"/>
            <a:chExt cx="2458064" cy="30777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DE66AE-1057-29DC-621D-766CC94DC4D5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8E6697-0CF9-3C93-95BA-5D050CF839C3}"/>
                </a:ext>
              </a:extLst>
            </p:cNvPr>
            <p:cNvSpPr txBox="1"/>
            <p:nvPr/>
          </p:nvSpPr>
          <p:spPr>
            <a:xfrm>
              <a:off x="10376348" y="5900377"/>
              <a:ext cx="12404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Transpose Up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380232-3379-2BE3-36E0-C2C8EA3A3322}"/>
              </a:ext>
            </a:extLst>
          </p:cNvPr>
          <p:cNvGrpSpPr/>
          <p:nvPr/>
        </p:nvGrpSpPr>
        <p:grpSpPr>
          <a:xfrm>
            <a:off x="7229453" y="2047868"/>
            <a:ext cx="2685562" cy="307777"/>
            <a:chOff x="9158752" y="5900377"/>
            <a:chExt cx="2685562" cy="30777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8AF0E09-3AFF-D8E4-4C8E-FEFDA03134CD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93701D-9EE1-50B3-E8DE-4E9C2098CA07}"/>
                </a:ext>
              </a:extLst>
            </p:cNvPr>
            <p:cNvSpPr txBox="1"/>
            <p:nvPr/>
          </p:nvSpPr>
          <p:spPr>
            <a:xfrm>
              <a:off x="10376348" y="5900377"/>
              <a:ext cx="14679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Transpose Down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187284-07CD-57C0-C423-B9AE3A200591}"/>
              </a:ext>
            </a:extLst>
          </p:cNvPr>
          <p:cNvGrpSpPr/>
          <p:nvPr/>
        </p:nvGrpSpPr>
        <p:grpSpPr>
          <a:xfrm>
            <a:off x="6580018" y="1824968"/>
            <a:ext cx="1655536" cy="307777"/>
            <a:chOff x="9158752" y="5900377"/>
            <a:chExt cx="1655536" cy="30777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FC2145-D8CC-27F0-84CE-311F4A968146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DD83C9-8FF4-11F5-3A57-F3248316E9F1}"/>
                </a:ext>
              </a:extLst>
            </p:cNvPr>
            <p:cNvSpPr txBox="1"/>
            <p:nvPr/>
          </p:nvSpPr>
          <p:spPr>
            <a:xfrm>
              <a:off x="10376348" y="5900377"/>
              <a:ext cx="437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5/7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B89DFA-C72E-C70A-0F9D-A89A4865AE70}"/>
              </a:ext>
            </a:extLst>
          </p:cNvPr>
          <p:cNvGrpSpPr/>
          <p:nvPr/>
        </p:nvGrpSpPr>
        <p:grpSpPr>
          <a:xfrm>
            <a:off x="6496598" y="3895027"/>
            <a:ext cx="2903570" cy="307777"/>
            <a:chOff x="9158752" y="5900377"/>
            <a:chExt cx="2903570" cy="30777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C17A6E6-BED9-46A5-0EA1-AD4D07C0BE95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B0DF87-8B8C-1B76-B9A0-4F9266364DA8}"/>
                </a:ext>
              </a:extLst>
            </p:cNvPr>
            <p:cNvSpPr txBox="1"/>
            <p:nvPr/>
          </p:nvSpPr>
          <p:spPr>
            <a:xfrm>
              <a:off x="10376348" y="5900377"/>
              <a:ext cx="16859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Next Style Variation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DC6DAC-9AB9-8F19-D546-544021190672}"/>
              </a:ext>
            </a:extLst>
          </p:cNvPr>
          <p:cNvGrpSpPr/>
          <p:nvPr/>
        </p:nvGrpSpPr>
        <p:grpSpPr>
          <a:xfrm>
            <a:off x="6496598" y="1264896"/>
            <a:ext cx="1599432" cy="307777"/>
            <a:chOff x="9158752" y="5900377"/>
            <a:chExt cx="1599432" cy="30777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7BBBB5-D45C-F4E5-6B6B-C6B2C21CE82C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C7B76C-2F8E-F040-4383-A3041131D8B8}"/>
                </a:ext>
              </a:extLst>
            </p:cNvPr>
            <p:cNvSpPr txBox="1"/>
            <p:nvPr/>
          </p:nvSpPr>
          <p:spPr>
            <a:xfrm>
              <a:off x="10376348" y="5900377"/>
              <a:ext cx="381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7b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355A11-8E2D-EE45-4847-FC11EDD3F310}"/>
              </a:ext>
            </a:extLst>
          </p:cNvPr>
          <p:cNvGrpSpPr/>
          <p:nvPr/>
        </p:nvGrpSpPr>
        <p:grpSpPr>
          <a:xfrm>
            <a:off x="6592489" y="2578544"/>
            <a:ext cx="1655536" cy="307777"/>
            <a:chOff x="9158752" y="5900377"/>
            <a:chExt cx="1655536" cy="30777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1071021-B3E5-EFD7-4256-0C04A3C1B561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2625D9-405A-3C44-584C-6851D3F68440}"/>
                </a:ext>
              </a:extLst>
            </p:cNvPr>
            <p:cNvSpPr txBox="1"/>
            <p:nvPr/>
          </p:nvSpPr>
          <p:spPr>
            <a:xfrm>
              <a:off x="10376348" y="5900377"/>
              <a:ext cx="437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1/3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00117AE-2673-B304-0B45-E076221579E3}"/>
              </a:ext>
            </a:extLst>
          </p:cNvPr>
          <p:cNvGrpSpPr/>
          <p:nvPr/>
        </p:nvGrpSpPr>
        <p:grpSpPr>
          <a:xfrm>
            <a:off x="6607239" y="3242222"/>
            <a:ext cx="1655536" cy="307777"/>
            <a:chOff x="9158752" y="5900377"/>
            <a:chExt cx="1655536" cy="30777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D149D99-41D3-087F-3BA3-E401EA06BFFA}"/>
                </a:ext>
              </a:extLst>
            </p:cNvPr>
            <p:cNvCxnSpPr/>
            <p:nvPr/>
          </p:nvCxnSpPr>
          <p:spPr>
            <a:xfrm>
              <a:off x="9158752" y="6054266"/>
              <a:ext cx="1229032" cy="0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9E4BB4A-C54C-6D2E-11C0-CC9BB9129504}"/>
                </a:ext>
              </a:extLst>
            </p:cNvPr>
            <p:cNvSpPr txBox="1"/>
            <p:nvPr/>
          </p:nvSpPr>
          <p:spPr>
            <a:xfrm>
              <a:off x="10376348" y="5900377"/>
              <a:ext cx="4379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4/6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D4AF823-4286-8A9E-6471-54D835D0D1EB}"/>
              </a:ext>
            </a:extLst>
          </p:cNvPr>
          <p:cNvGrpSpPr/>
          <p:nvPr/>
        </p:nvGrpSpPr>
        <p:grpSpPr>
          <a:xfrm>
            <a:off x="2476206" y="4105855"/>
            <a:ext cx="2435631" cy="307777"/>
            <a:chOff x="169917" y="284862"/>
            <a:chExt cx="2435631" cy="30777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73E3E2-9D87-D447-C125-9EF22B086BDD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B88158-D378-0785-532E-B450AF7722D7}"/>
                </a:ext>
              </a:extLst>
            </p:cNvPr>
            <p:cNvSpPr txBox="1"/>
            <p:nvPr/>
          </p:nvSpPr>
          <p:spPr>
            <a:xfrm>
              <a:off x="169917" y="284862"/>
              <a:ext cx="12687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Previous Style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9003A72-EF9B-F2FD-6BCD-F00A6AEE9374}"/>
              </a:ext>
            </a:extLst>
          </p:cNvPr>
          <p:cNvGrpSpPr/>
          <p:nvPr/>
        </p:nvGrpSpPr>
        <p:grpSpPr>
          <a:xfrm>
            <a:off x="4152605" y="3501167"/>
            <a:ext cx="1491734" cy="307777"/>
            <a:chOff x="1113814" y="284862"/>
            <a:chExt cx="1491734" cy="30777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A7FD66-5EF6-9306-C625-07B242B31EA3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BDE2E96-BCBB-20F9-C9CA-89FFC0DB40CF}"/>
                </a:ext>
              </a:extLst>
            </p:cNvPr>
            <p:cNvSpPr txBox="1"/>
            <p:nvPr/>
          </p:nvSpPr>
          <p:spPr>
            <a:xfrm>
              <a:off x="1113814" y="284862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4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D20F92-B922-A4E6-208F-F3370106AE9B}"/>
              </a:ext>
            </a:extLst>
          </p:cNvPr>
          <p:cNvGrpSpPr/>
          <p:nvPr/>
        </p:nvGrpSpPr>
        <p:grpSpPr>
          <a:xfrm>
            <a:off x="4098526" y="1854262"/>
            <a:ext cx="1491734" cy="307777"/>
            <a:chOff x="1113814" y="284862"/>
            <a:chExt cx="1491734" cy="30777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F7F77A6-46E8-929E-7720-997D64F16625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55D738-7977-DC92-7B34-601A506E3FC3}"/>
                </a:ext>
              </a:extLst>
            </p:cNvPr>
            <p:cNvSpPr txBox="1"/>
            <p:nvPr/>
          </p:nvSpPr>
          <p:spPr>
            <a:xfrm>
              <a:off x="1113814" y="284862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5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8FB433B-3059-90D2-E7A3-12912B3DF39A}"/>
              </a:ext>
            </a:extLst>
          </p:cNvPr>
          <p:cNvGrpSpPr/>
          <p:nvPr/>
        </p:nvGrpSpPr>
        <p:grpSpPr>
          <a:xfrm>
            <a:off x="3915522" y="2796947"/>
            <a:ext cx="1030725" cy="307777"/>
            <a:chOff x="1574823" y="268900"/>
            <a:chExt cx="1030725" cy="30777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DFC886E-6394-B1B4-9144-41D48AFA0658}"/>
                </a:ext>
              </a:extLst>
            </p:cNvPr>
            <p:cNvCxnSpPr>
              <a:cxnSpLocks/>
            </p:cNvCxnSpPr>
            <p:nvPr/>
          </p:nvCxnSpPr>
          <p:spPr>
            <a:xfrm>
              <a:off x="1952329" y="422789"/>
              <a:ext cx="653219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EFD2F7B-CC75-0C89-8EE3-FC4633D61C9D}"/>
                </a:ext>
              </a:extLst>
            </p:cNvPr>
            <p:cNvSpPr txBox="1"/>
            <p:nvPr/>
          </p:nvSpPr>
          <p:spPr>
            <a:xfrm>
              <a:off x="1574823" y="268900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6m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DDE4CC9-7077-8B65-0F4B-F5BC7F3B9078}"/>
              </a:ext>
            </a:extLst>
          </p:cNvPr>
          <p:cNvGrpSpPr/>
          <p:nvPr/>
        </p:nvGrpSpPr>
        <p:grpSpPr>
          <a:xfrm>
            <a:off x="3920439" y="3263979"/>
            <a:ext cx="1030725" cy="307777"/>
            <a:chOff x="1574823" y="268900"/>
            <a:chExt cx="1030725" cy="30777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B3D74E2-B2F2-1E8E-0B45-F587070626F0}"/>
                </a:ext>
              </a:extLst>
            </p:cNvPr>
            <p:cNvCxnSpPr>
              <a:cxnSpLocks/>
            </p:cNvCxnSpPr>
            <p:nvPr/>
          </p:nvCxnSpPr>
          <p:spPr>
            <a:xfrm>
              <a:off x="1952329" y="422789"/>
              <a:ext cx="653219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C16344C-159E-D830-3493-7116C2A7AAF0}"/>
                </a:ext>
              </a:extLst>
            </p:cNvPr>
            <p:cNvSpPr txBox="1"/>
            <p:nvPr/>
          </p:nvSpPr>
          <p:spPr>
            <a:xfrm>
              <a:off x="1574823" y="268900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2m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48EDDFE-999E-6A35-A55D-B327B13EA380}"/>
              </a:ext>
            </a:extLst>
          </p:cNvPr>
          <p:cNvGrpSpPr/>
          <p:nvPr/>
        </p:nvGrpSpPr>
        <p:grpSpPr>
          <a:xfrm>
            <a:off x="4123106" y="2596598"/>
            <a:ext cx="1491734" cy="307777"/>
            <a:chOff x="1113814" y="284862"/>
            <a:chExt cx="1491734" cy="30777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1EEAF91-87F3-F29C-5932-08DA1DE0EE41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9FCCAF1-1BA0-1BFA-4F06-1A8674E9E8F8}"/>
                </a:ext>
              </a:extLst>
            </p:cNvPr>
            <p:cNvSpPr txBox="1"/>
            <p:nvPr/>
          </p:nvSpPr>
          <p:spPr>
            <a:xfrm>
              <a:off x="1113814" y="284862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1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99101B-A7D2-4CC8-F861-A44563CB8E03}"/>
              </a:ext>
            </a:extLst>
          </p:cNvPr>
          <p:cNvGrpSpPr/>
          <p:nvPr/>
        </p:nvGrpSpPr>
        <p:grpSpPr>
          <a:xfrm>
            <a:off x="4044946" y="1308847"/>
            <a:ext cx="1560064" cy="307777"/>
            <a:chOff x="1045484" y="294971"/>
            <a:chExt cx="1560064" cy="30777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048A250-4745-57CD-8903-514B42E30B74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3CBA4F8-8894-5670-15DB-216870DF2E46}"/>
                </a:ext>
              </a:extLst>
            </p:cNvPr>
            <p:cNvSpPr txBox="1"/>
            <p:nvPr/>
          </p:nvSpPr>
          <p:spPr>
            <a:xfrm>
              <a:off x="1045484" y="294971"/>
              <a:ext cx="381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5b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3C8400C-4EFA-E9E4-9F72-93910BD91BF3}"/>
              </a:ext>
            </a:extLst>
          </p:cNvPr>
          <p:cNvSpPr txBox="1"/>
          <p:nvPr/>
        </p:nvSpPr>
        <p:spPr>
          <a:xfrm>
            <a:off x="3086620" y="4915809"/>
            <a:ext cx="31247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Backspace + 1 – Mute/unmute Drums</a:t>
            </a:r>
          </a:p>
          <a:p>
            <a:r>
              <a:rPr lang="en-GB" sz="1400" dirty="0"/>
              <a:t>Backspace + 2 – Mute/unmute Bass</a:t>
            </a:r>
          </a:p>
          <a:p>
            <a:r>
              <a:rPr lang="en-GB" sz="1400" dirty="0"/>
              <a:t>Backspace + 3 – Mute/unmute Chords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184DA2-BD29-698E-86A8-D98F20A899EE}"/>
              </a:ext>
            </a:extLst>
          </p:cNvPr>
          <p:cNvSpPr txBox="1"/>
          <p:nvPr/>
        </p:nvSpPr>
        <p:spPr>
          <a:xfrm>
            <a:off x="6631158" y="4920723"/>
            <a:ext cx="16148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Keys 7 + 8  is 3 </a:t>
            </a:r>
            <a:r>
              <a:rPr lang="en-GB" sz="1400" dirty="0" err="1"/>
              <a:t>maj</a:t>
            </a:r>
            <a:endParaRPr lang="en-GB" sz="1400" dirty="0"/>
          </a:p>
          <a:p>
            <a:r>
              <a:rPr lang="en-GB" sz="1400" dirty="0"/>
              <a:t>Keys 1 + 2  is 2 </a:t>
            </a:r>
            <a:r>
              <a:rPr lang="en-GB" sz="1400" dirty="0" err="1"/>
              <a:t>maj</a:t>
            </a:r>
            <a:br>
              <a:rPr lang="en-GB" sz="1400" dirty="0"/>
            </a:br>
            <a:r>
              <a:rPr lang="en-GB" sz="1400" dirty="0"/>
              <a:t>Keys 4 + 5  is 6 </a:t>
            </a:r>
            <a:r>
              <a:rPr lang="en-GB" sz="1400" dirty="0" err="1"/>
              <a:t>maj</a:t>
            </a:r>
            <a:endParaRPr lang="en-GB" sz="1400" dirty="0"/>
          </a:p>
          <a:p>
            <a:r>
              <a:rPr lang="en-GB" sz="1400" dirty="0"/>
              <a:t>Keys 5 + 6  is 1 sus</a:t>
            </a:r>
          </a:p>
          <a:p>
            <a:r>
              <a:rPr lang="en-GB" sz="1400" dirty="0"/>
              <a:t>Keys 8 + 9  is 5 sus</a:t>
            </a:r>
          </a:p>
          <a:p>
            <a:r>
              <a:rPr lang="en-GB" sz="1400" dirty="0"/>
              <a:t>Keys 2 + 3  is 4 min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1406B2-F58C-3448-342E-59BF286D1568}"/>
              </a:ext>
            </a:extLst>
          </p:cNvPr>
          <p:cNvGrpSpPr/>
          <p:nvPr/>
        </p:nvGrpSpPr>
        <p:grpSpPr>
          <a:xfrm>
            <a:off x="3910606" y="2123433"/>
            <a:ext cx="1030725" cy="307777"/>
            <a:chOff x="1574823" y="268900"/>
            <a:chExt cx="1030725" cy="30777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D02B32F-E1EF-7C10-95F0-7F1620190B30}"/>
                </a:ext>
              </a:extLst>
            </p:cNvPr>
            <p:cNvCxnSpPr>
              <a:cxnSpLocks/>
            </p:cNvCxnSpPr>
            <p:nvPr/>
          </p:nvCxnSpPr>
          <p:spPr>
            <a:xfrm>
              <a:off x="1952329" y="422789"/>
              <a:ext cx="653219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E89A952-7485-1BF6-1453-FE7ED6E88750}"/>
                </a:ext>
              </a:extLst>
            </p:cNvPr>
            <p:cNvSpPr txBox="1"/>
            <p:nvPr/>
          </p:nvSpPr>
          <p:spPr>
            <a:xfrm>
              <a:off x="1574823" y="268900"/>
              <a:ext cx="4347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3m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66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396</Words>
  <Application>Microsoft Office PowerPoint</Application>
  <PresentationFormat>Widescreen</PresentationFormat>
  <Paragraphs>101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Dele Olajide</dc:creator>
  <cp:lastModifiedBy>Dele Olajide</cp:lastModifiedBy>
  <cp:revision>10</cp:revision>
  <dcterms:created xsi:type="dcterms:W3CDTF">2025-01-23T09:37:46Z</dcterms:created>
  <dcterms:modified xsi:type="dcterms:W3CDTF">2025-03-11T14:51:22Z</dcterms:modified>
</cp:coreProperties>
</file>